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52e93f93ce4831" /><Relationship Type="http://schemas.openxmlformats.org/officeDocument/2006/relationships/extended-properties" Target="/docProps/app.xml" Id="R10bd0c5c78dd4ed5" /><Relationship Type="http://schemas.openxmlformats.org/officeDocument/2006/relationships/officeDocument" Target="/ppt/presentation.xml" Id="R30d3738917484d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b7e637ee0c4f3e"/>
  </p:sldMasterIdLst>
  <p:notesMasterIdLst>
    <p:notesMasterId xmlns:r="http://schemas.openxmlformats.org/officeDocument/2006/relationships" r:id="R67db38adce8c4c14"/>
  </p:notesMasterIdLst>
  <p:sldIdLst>
    <p:sldId xmlns:r="http://schemas.openxmlformats.org/officeDocument/2006/relationships" id="256" r:id="R048d0e2cbddd446e"/>
    <p:sldId xmlns:r="http://schemas.openxmlformats.org/officeDocument/2006/relationships" id="257" r:id="Red24003191e24047"/>
    <p:sldId xmlns:r="http://schemas.openxmlformats.org/officeDocument/2006/relationships" id="258" r:id="R1f2f8bbb983b45c4"/>
    <p:sldId xmlns:r="http://schemas.openxmlformats.org/officeDocument/2006/relationships" id="259" r:id="Rc5e35b2ef0ed40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a38da96b884d04" /><Relationship Type="http://schemas.openxmlformats.org/officeDocument/2006/relationships/slideMaster" Target="/ppt/slideMasters/slideMaster1.xml" Id="R6bb7e637ee0c4f3e" /><Relationship Type="http://schemas.openxmlformats.org/officeDocument/2006/relationships/notesMaster" Target="/ppt/notesMasters/notesMaster1.xml" Id="R67db38adce8c4c14" /><Relationship Type="http://schemas.openxmlformats.org/officeDocument/2006/relationships/presProps" Target="/ppt/presProps.xml" Id="Ra93efc8ebf274d82" /><Relationship Type="http://schemas.openxmlformats.org/officeDocument/2006/relationships/tableStyles" Target="/ppt/tableStyles.xml" Id="R047c27fb06fb4270" /><Relationship Type="http://schemas.openxmlformats.org/officeDocument/2006/relationships/slide" Target="/ppt/slides/slide1.xml" Id="R048d0e2cbddd446e" /><Relationship Type="http://schemas.openxmlformats.org/officeDocument/2006/relationships/slide" Target="/ppt/slides/slide2.xml" Id="Red24003191e24047" /><Relationship Type="http://schemas.openxmlformats.org/officeDocument/2006/relationships/slide" Target="/ppt/slides/slide3.xml" Id="R1f2f8bbb983b45c4" /><Relationship Type="http://schemas.openxmlformats.org/officeDocument/2006/relationships/slide" Target="/ppt/slides/slide4.xml" Id="Rc5e35b2ef0ed40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63d77a132543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ce2e97c2d6477b" /><Relationship Type="http://schemas.openxmlformats.org/officeDocument/2006/relationships/notesMaster" Target="/ppt/notesMasters/notesMaster1.xml" Id="Ra1bcd71691e14f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081fe6f5b44421" /><Relationship Type="http://schemas.openxmlformats.org/officeDocument/2006/relationships/notesMaster" Target="/ppt/notesMasters/notesMaster1.xml" Id="R01a86d03e27a4d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086bdbfa964879" /><Relationship Type="http://schemas.openxmlformats.org/officeDocument/2006/relationships/notesMaster" Target="/ppt/notesMasters/notesMaster1.xml" Id="R52d28e34a55b4e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0d1c004a074d91" /><Relationship Type="http://schemas.openxmlformats.org/officeDocument/2006/relationships/notesMaster" Target="/ppt/notesMasters/notesMaster1.xml" Id="R6036db1e6164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a515c5c8143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e5d9b6b51a403e" /><Relationship Type="http://schemas.openxmlformats.org/officeDocument/2006/relationships/slideLayout" Target="/ppt/slideLayouts/slideLayout1.xml" Id="Rd0f46761795b4f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f46761795b4f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802f4089e443e" /><Relationship Type="http://schemas.openxmlformats.org/officeDocument/2006/relationships/notesSlide" Target="/ppt/notesSlides/notesSlide1.xml" Id="Raee701c9b69745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e039251a841a0" /><Relationship Type="http://schemas.openxmlformats.org/officeDocument/2006/relationships/notesSlide" Target="/ppt/notesSlides/notesSlide2.xml" Id="R1c85007c0c7447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bd297d77f47a7" /><Relationship Type="http://schemas.openxmlformats.org/officeDocument/2006/relationships/notesSlide" Target="/ppt/notesSlides/notesSlide3.xml" Id="Re7a50a4e047f45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4edfef14f4052" /><Relationship Type="http://schemas.openxmlformats.org/officeDocument/2006/relationships/chart" Target="/ppt/slides/charts/chart1.xml" Id="R134a98f685fc4cce" /><Relationship Type="http://schemas.openxmlformats.org/officeDocument/2006/relationships/notesSlide" Target="/ppt/notesSlides/notesSlide4.xml" Id="R004d25dcd10746b0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每周少重写小时数</c:v>
          </c:tx>
          <c:spPr>
            <a:solidFill xmlns:a="http://schemas.openxmlformats.org/drawingml/2006/main">
              <a:srgbClr val="C96A1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无蒸馏</c:v>
              </c:pt>
              <c:pt idx="1">
                <c:v>个人</c:v>
              </c:pt>
              <c:pt idx="2">
                <c:v>团队</c:v>
              </c:pt>
            </c:strLit>
          </c:cat>
          <c:val>
            <c:numLit>
              <c:formatCode>General</c:formatCode>
              <c:ptCount val="3"/>
              <c:pt idx="0">
                <c:v>0.5</c:v>
              </c:pt>
              <c:pt idx="1">
                <c:v>2.2</c:v>
              </c:pt>
              <c:pt idx="2">
                <c:v>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CDB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62D9B-7AA5-4477-A2A1-4397A356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BEBD3-9D5F-4749-8A60-62414D0E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524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E7CF5-5971-46CD-ACF3-067F9353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C1EC9-F75D-4C9B-BADC-AE8DFEC5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3 min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8DBE4-A6E3-4F90-AFF7-C3720E67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1/4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9B139-ACE7-4C77-932B-E5E670BE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7CBD4-6DE0-4261-B0B1-526E3963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6A1B"/>
                </a:solidFill>
              </a:defRPr>
            </a:pPr>
            <a:r>
              <a:rPr sz="900" b="1">
                <a:solidFill>
                  <a:srgbClr val="C96A1B"/>
                </a:solidFill>
              </a:rPr>
              <a:t>3 分钟版 / 内部预演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F4F80-49E4-4B53-B38D-D4B529A3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717"/>
                </a:solidFill>
              </a:defRPr>
            </a:pPr>
            <a:r>
              <a:rPr sz="4350" b="1">
                <a:solidFill>
                  <a:srgbClr val="171717"/>
                </a:solidFill>
              </a:rPr>
              <a:t>手艺人蒸馏器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720C5-41D0-4C1D-A02F-DF167E9D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534E"/>
                </a:solidFill>
              </a:defRPr>
            </a:pPr>
            <a:r>
              <a:rPr sz="2025" b="0">
                <a:solidFill>
                  <a:srgbClr val="57534E"/>
                </a:solidFill>
              </a:rPr>
              <a:t>把世界各处已经被踩出来的做法，蒸成可流动的核心能力；再让它到谁手里，就长成谁的工具。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B8D85-A674-4B0C-B401-7212B89F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</a:rPr>
              <a:t>今天不从流程讲起，直接讲终局、一个例子，以及为什么它可能会改写软件长什么样。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0BBE9-EBBE-4D33-A1F6-1AC35703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04950"/>
            <a:ext cx="3162300" cy="32956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4211D"/>
          </a:solidFill>
          <a:ln xmlns:a="http://schemas.openxmlformats.org/drawingml/2006/main" w="0">
            <a:solidFill>
              <a:srgbClr val="2421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F83BE-6930-4BB3-88F8-957C8557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5E4"/>
                </a:solidFill>
              </a:defRPr>
            </a:pPr>
            <a:r>
              <a:rPr sz="1275" b="1">
                <a:solidFill>
                  <a:srgbClr val="E7E5E4"/>
                </a:solidFill>
              </a:rPr>
              <a:t>今天就 3 句话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761CC-29D4-470B-A0F1-A6FD2654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D636A-378E-4D41-AE4B-2127B90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蒸馏的不是个人经验，也不只是团队资产，而是世界已经踩出来的做法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41874-9778-4640-97A9-0DE4F680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8EA47-94B1-4DD1-88E9-7B1DF157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共享的不是一个通用 app，而是可流动的核心能力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F4945-628D-421F-B1CF-F955B23B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565A3-7450-4F51-A551-5BD99F6C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前台以后应该按人显形，而不是所有人被迫共用一层壳</a:t>
            </a:r>
          </a:p>
        </p:txBody>
      </p:sp>
    </p:spTree>
    <p:extLst>
      <p:ext uri="{BB962C8B-B14F-4D97-AF65-F5344CB8AC3E}">
        <p14:creationId xmlns:p14="http://schemas.microsoft.com/office/powerpoint/2010/main" val="329048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2A7038-4318-4EB1-8226-68E9AEBD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4C9EB-E9AE-4D9B-B770-8A26FA51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524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84325-C232-4DC7-978F-A1B8B1D3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BB8F5-DFF3-47A8-B273-C0CEEC4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3 min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9524A-61B2-474F-BDD3-D36D30D6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2/4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64D28-63BE-4AA9-8589-D0284FE8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终局：共享核心能力，前台按人显形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83F45-785A-44EC-A300-CF14BDC9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34E"/>
                </a:solidFill>
              </a:defRPr>
            </a:pPr>
            <a:r>
              <a:rPr sz="1350" b="0">
                <a:solidFill>
                  <a:srgbClr val="57534E"/>
                </a:solidFill>
              </a:rPr>
              <a:t>不是每个人共用一个通用 app，而是把别人已经踩出来的做法，直接推成对方会用的工具。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81EA2-E49D-44F6-B093-74E076F7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00400" cy="249555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D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C65EC-7675-4381-AB97-334E3BA0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80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FA7A5-77BF-4446-8DED-468FE171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1 今天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43A42-FC06-418B-8487-D9278CF8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每个人都在调自己的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FC456-8E9D-4CB0-957E-1D8588CD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B1294-ED76-4065-BBF1-4E4CFBCD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有人爱高密度，有人只要安静清单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405D6-7EE3-4C17-A0CD-AD8F7CB0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DE6E4-7A18-4818-B0E3-42D35864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很多怪问题，别人其实已经踩过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7A645-9FE2-406B-9A09-C497B0CE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D4E7C-B69E-437C-A462-E5CFC3EB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但修法、prompt、结构都烂在个人库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37888-8007-4E7F-A0F0-CF9BA642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90700"/>
            <a:ext cx="3200400" cy="249555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EC6F9-CC27-410A-87F5-096062BA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193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13798-68E3-4178-BE6D-3DF4CF81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2 如果能推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0F4CDA-D112-4288-82FA-341958B2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945289-5029-4E6C-9291-B7C65F5A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把 repair / prompt / flow 蒸成一个 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09F944-6BEB-4364-9F43-A9559613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385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9D89B-D12F-4EE3-ABB6-B5814EA2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发给另一个人的个人库或团队库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5A3B7-00F1-4A26-A6C5-FEE25333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8B577B-C1D9-46B1-8CD1-7D74503A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528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到了对方那里，不必保持原样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A43ED6-EBE3-423C-971F-288554A4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90700"/>
            <a:ext cx="3695700" cy="249555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D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DE682E-FC15-4FF5-B68F-BF632642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19300"/>
            <a:ext cx="80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7052D8-3B10-4D7F-9213-6E2D445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6A1B"/>
                </a:solidFill>
              </a:defRPr>
            </a:pPr>
            <a:r>
              <a:rPr sz="900" b="1">
                <a:solidFill>
                  <a:srgbClr val="C96A1B"/>
                </a:solidFill>
              </a:rPr>
              <a:t>终局感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931010-3469-4E35-920D-A11D83CF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E1E34-221B-4730-B99F-61F6AB54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共享的是核心能力，不是同一套界面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4AAB4E-0238-4D80-9211-EA521CAB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385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69BF60-AB12-4D7A-B3A7-16163F19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前台会按对方知识库、审美、权限重新长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D08E00-914E-45F8-86FC-B714579F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52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F96205-018B-4CDB-922A-62DC1909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528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最后真正通用的，只剩同步、审查、权限、血缘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1FF5E3-32FF-4ED5-B2B2-4AB306EF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724150" cy="10858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4211D"/>
          </a:solidFill>
          <a:ln xmlns:a="http://schemas.openxmlformats.org/drawingml/2006/main" w="0">
            <a:solidFill>
              <a:srgbClr val="2421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0CD36A-B077-4C8A-9B5B-7631344C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甲：偏高密度控制台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87CCFA-A011-432F-A168-71E4FFA7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5E4"/>
                </a:solidFill>
              </a:defRPr>
            </a:pPr>
            <a:r>
              <a:rPr sz="1200" b="0">
                <a:solidFill>
                  <a:srgbClr val="E7E5E4"/>
                </a:solidFill>
              </a:rPr>
              <a:t>把 repair、fallback、review 都堆在一屏。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DF281A-7C59-46FD-959C-FBE67A64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673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6A1B"/>
                </a:solidFill>
              </a:defRPr>
            </a:pPr>
            <a:r>
              <a:rPr sz="2550" b="1">
                <a:solidFill>
                  <a:srgbClr val="C96A1B"/>
                </a:solidFill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8F8FFC-68EF-4D68-BABC-EEEE460D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48200"/>
            <a:ext cx="2724150" cy="10858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47D6C3-B1FB-405D-ABD8-0ADD3A77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76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中间推送的不是界面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DBDBEC-C7B5-4C34-AD9D-3C6607FA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19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而是蒸馏后的做法、repair 和 flow。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409611-A0DA-40E9-845C-7347A92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673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6A1B"/>
                </a:solidFill>
              </a:defRPr>
            </a:pPr>
            <a:r>
              <a:rPr sz="2550" b="1">
                <a:solidFill>
                  <a:srgbClr val="C96A1B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AAEB3F-21F0-448C-ACBD-10E5ABCE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48200"/>
            <a:ext cx="3695700" cy="10858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D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D2FFCD-7F7A-4DFA-8DEC-A2C6B714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76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乙：偏极简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090B4A-5DE8-4594-865A-036D3DF2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19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收到后，按他的知识库长成清单、面板或 agent。</a:t>
            </a:r>
          </a:p>
        </p:txBody>
      </p:sp>
    </p:spTree>
    <p:extLst>
      <p:ext uri="{BB962C8B-B14F-4D97-AF65-F5344CB8AC3E}">
        <p14:creationId xmlns:p14="http://schemas.microsoft.com/office/powerpoint/2010/main" val="3307935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E3A559-89A0-4F1A-AF12-E0382F4B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D6E17-EB69-4176-BD53-1DF06A22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524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34BFD-29E5-42E3-8F63-65C8E2B2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9CFE1-BFBC-4A73-B9CB-2E831678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3 min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2400A-50D4-42AC-8111-1C566646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3/4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03684-C7CA-4D90-A441-958C86D6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doc2md 这个杂活，正好能看到它怎么长出来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7E57D-CA97-4C99-B8DC-5948C4EB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34E"/>
                </a:solidFill>
              </a:defRPr>
            </a:pPr>
            <a:r>
              <a:rPr sz="1350" b="0">
                <a:solidFill>
                  <a:srgbClr val="57534E"/>
                </a:solidFill>
              </a:rPr>
              <a:t>任务现场 -&gt; 手搓修法 -&gt; 代码年轮。蒸馏器想保住的，是后面两件事。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73146-2245-4641-9528-0E442990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02895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D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A6C57-766D-4637-8FC9-8AFF4378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7985D-C185-449C-9DE4-669413B6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任务现场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B0FBF-0709-4AA0-AAD5-AB89ED60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新人接手资料包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AE284-B9A0-4118-9D3F-2033F9D1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D342D-0F95-40F8-BEF7-68BA27E8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pdf、docx、xlsx 混在一起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52F5F-7E69-4205-BC9B-04ED5CA3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43E5F-8E97-4F5A-95F9-27B180B3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图片散在子目录里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D9E2D-8C39-4DDD-897B-532CAA7A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02895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56780-766B-4849-8E61-53584B9A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A9FC8-11B7-4D8A-9CF5-0A5FD595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于是手搓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EE2C7-4DFD-481E-9E68-B6D38ABB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A4AAD5-752F-4EBA-A6B7-92B7B3EF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先扫目录，补 pdf / docx 分支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37888-4F88-4AAE-9DD1-1E31184D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0BF4E-C12C-46E1-A121-5AD310E4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路径、图片坏了就 repair，不行再 fallback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86827-357F-4536-9C93-E1D48E3A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34E"/>
                </a:solidFill>
              </a:defRPr>
            </a:pPr>
            <a:r>
              <a:rPr sz="1050" b="0">
                <a:solidFill>
                  <a:srgbClr val="57534E"/>
                </a:solidFill>
              </a:rPr>
              <a:t>一周后：脚本还在，但只有自己看得懂。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68A31-1300-49B8-A578-5E0DDA08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90700"/>
            <a:ext cx="7162800" cy="6858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4211D"/>
          </a:solidFill>
          <a:ln xmlns:a="http://schemas.openxmlformats.org/drawingml/2006/main" w="0">
            <a:solidFill>
              <a:srgbClr val="2421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0516D0-FC72-41A3-8D1F-2E50D543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1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但 `doc2md` 后来没有停在脚本阶段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59F02-F087-4BF5-83D0-4B1B20F1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6D3D1"/>
                </a:solidFill>
              </a:defRPr>
            </a:pPr>
            <a:r>
              <a:rPr sz="1200" b="0">
                <a:solidFill>
                  <a:srgbClr val="D6D3D1"/>
                </a:solidFill>
              </a:rPr>
              <a:t>它开始长出看得见的几圈年轮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B0D37C-23D7-410D-BFD1-96865A7A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47950"/>
            <a:ext cx="3467100" cy="1219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D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65E258-787B-4E97-8619-8A281321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先长分支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FB61AB-B0F3-4CEC-A4CF-784E3B7B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14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suffix 分流</a:t>
            </a:r>
          </a:p>
          <a:p xmlns:a="http://schemas.openxmlformats.org/drawingml/2006/main">
            <a:pPr algn="l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pdf / docx / xlsx / pptx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C17A41-4F2D-4F0F-A003-D4770B77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3467100" cy="1219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702583-09E1-42D3-872F-6278E98E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补坏样本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1FE24A-54F4-45D2-A41C-C8562F6E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扫描 PDF -&gt; _is_scanned</a:t>
            </a:r>
          </a:p>
          <a:p xmlns:a="http://schemas.openxmlformats.org/drawingml/2006/main">
            <a:pPr algn="l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坏 docx -&gt; _repair_docx_relationships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773199-5FB1-4775-8DDE-38365C0A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95750"/>
            <a:ext cx="3467100" cy="1219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DB8DE3-DF6D-4454-A483-6046204A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24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挂通用兜底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F4C974-1783-4BD0-A9C2-B5ED3AA1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兜不住的格式</a:t>
            </a:r>
          </a:p>
          <a:p xmlns:a="http://schemas.openxmlformats.org/drawingml/2006/main">
            <a:pPr algn="l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走 generic / markitdown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1F3A5F-27D3-400A-82F0-2555DD21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3467100" cy="1219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E4D7"/>
          </a:solidFill>
          <a:ln xmlns:a="http://schemas.openxmlformats.org/drawingml/2006/main" w="0">
            <a:solidFill>
              <a:srgbClr val="EDE4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817564-DDD0-4A0C-A547-1B8C6B13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24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提共享后处理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C2B8E0-0C9D-452F-B5F9-27E2EA6D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最后收敛出</a:t>
            </a:r>
          </a:p>
          <a:p xmlns:a="http://schemas.openxmlformats.org/drawingml/2006/main">
            <a:pPr algn="l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sanitize_text / table_to_list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104565-7A43-49AE-865A-A22AF74D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524500"/>
            <a:ext cx="7162800" cy="49530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24211D"/>
          </a:solidFill>
          <a:ln xmlns:a="http://schemas.openxmlformats.org/drawingml/2006/main" w="0">
            <a:solidFill>
              <a:srgbClr val="2421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770818-C0EC-49E7-BC4A-3DAF890E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769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代码里看分支 / repair / fallback / shared，设计 md 再把这些变化记成 iteration_log。</a:t>
            </a:r>
          </a:p>
        </p:txBody>
      </p:sp>
    </p:spTree>
    <p:extLst>
      <p:ext uri="{BB962C8B-B14F-4D97-AF65-F5344CB8AC3E}">
        <p14:creationId xmlns:p14="http://schemas.microsoft.com/office/powerpoint/2010/main" val="1966565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32244B-4C20-4274-A6F9-1F99D1E0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C1FEB-6559-48F9-B752-AC5D0E00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524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E339C-41CC-4922-8818-B6C1D46D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117EF-6BD0-4763-9720-5F1C49C2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3 min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12745-00E7-412E-887D-00F0A3B6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4/4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872FC-17BB-4142-8EF2-F0DD048A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先怎么落地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85ECC-A95F-4B78-B327-674FAAB6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34E"/>
                </a:solidFill>
              </a:defRPr>
            </a:pPr>
            <a:r>
              <a:rPr sz="1350" b="0">
                <a:solidFill>
                  <a:srgbClr val="57534E"/>
                </a:solidFill>
              </a:rPr>
              <a:t>前台先不做通用 app，先把蒸馏、推送、审查和回灌这条线跑通。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C26A7-5D24-426D-908F-99193D9D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D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8EA1F-0360-4DC9-A382-0A8FC9C3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推进顺序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F178D-76F7-4BCF-A831-49968765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4135C-BCDC-409C-AEC3-C56A42F8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先个人：先让自己少重写一类杂活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D349A-E54D-4F57-92CD-8D7CEADC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225DE-66AD-4786-8481-C27A98D7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再团队：promoted 开始变成团队资产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6ECB1-1A85-4CE4-A7CE-F684FF31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5D3B6-6B00-4C2F-A439-7EBF7F20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再项目组：相同目的合并，不同环境保留分支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C5F04-8FD3-412D-97B7-A7CE49DA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90700"/>
            <a:ext cx="2476500" cy="3143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361E2-C306-4EDF-807C-46B1978C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383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最小技术栈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650FD-E10E-4F78-83EC-6005466E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09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A1AB0-7CA9-4334-B88E-87EEB585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Capture Hook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960B4-DD9F-484C-A790-FC149368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E7321-B4B5-4336-860C-954CE30A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Distiller Daemon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CD765-1727-4E73-90EE-04BD5E44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623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0800C-843C-4874-AF97-308C1002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MCP Sidecar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AF28A-4189-41F4-935D-A5BCA30E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386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A73E6-04FA-4226-977A-E4F6EAF8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唯一像前台的可能是 review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9E0CC-468C-4422-952E-5B8FDB91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2800350" cy="31432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EBE70-37A6-4BCD-AA9C-6D6E6D4B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预期效果</a:t>
            </a:r>
          </a:p>
        </p:txBody>
      </p:sp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8610600" y="2571750"/>
          <a:ext xmlns:a="http://schemas.openxmlformats.org/drawingml/2006/main" cx="1809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4a98f685fc4cce"/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1FA62F-06FF-4375-A9C1-94090EF3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内部预演口径，不是假装已经跑完真实 benchmark。</a:t>
            </a:r>
          </a:p>
        </p:txBody>
      </p:sp>
    </p:spTree>
    <p:extLst>
      <p:ext uri="{BB962C8B-B14F-4D97-AF65-F5344CB8AC3E}">
        <p14:creationId xmlns:p14="http://schemas.microsoft.com/office/powerpoint/2010/main" val="2073573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2026-06-20T10:22:13.1640000Z</dcterms:created>
  <dcterms:modified xsi:type="dcterms:W3CDTF">2026-06-20T10:22:13.1640000Z</dcterms:modified>
</coreProperties>
</file>