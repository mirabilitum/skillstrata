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fc423a85d44c00" /><Relationship Type="http://schemas.openxmlformats.org/officeDocument/2006/relationships/extended-properties" Target="/docProps/app.xml" Id="R4d98e2c06b9441b7" /><Relationship Type="http://schemas.openxmlformats.org/officeDocument/2006/relationships/officeDocument" Target="/ppt/presentation.xml" Id="Re74c57b99be240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656dfe1fc94c6a"/>
  </p:sldMasterIdLst>
  <p:notesMasterIdLst>
    <p:notesMasterId xmlns:r="http://schemas.openxmlformats.org/officeDocument/2006/relationships" r:id="Rd8742ebbd2da4c6e"/>
  </p:notesMasterIdLst>
  <p:sldIdLst>
    <p:sldId xmlns:r="http://schemas.openxmlformats.org/officeDocument/2006/relationships" id="256" r:id="R9db54996c82640ca"/>
    <p:sldId xmlns:r="http://schemas.openxmlformats.org/officeDocument/2006/relationships" id="257" r:id="Re7f93fab91394be0"/>
    <p:sldId xmlns:r="http://schemas.openxmlformats.org/officeDocument/2006/relationships" id="258" r:id="Rb09744bcea4a4f85"/>
    <p:sldId xmlns:r="http://schemas.openxmlformats.org/officeDocument/2006/relationships" id="259" r:id="R591edb6c666b4f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61c0429b60403c" /><Relationship Type="http://schemas.openxmlformats.org/officeDocument/2006/relationships/slideMaster" Target="/ppt/slideMasters/slideMaster1.xml" Id="R75656dfe1fc94c6a" /><Relationship Type="http://schemas.openxmlformats.org/officeDocument/2006/relationships/notesMaster" Target="/ppt/notesMasters/notesMaster1.xml" Id="Rd8742ebbd2da4c6e" /><Relationship Type="http://schemas.openxmlformats.org/officeDocument/2006/relationships/presProps" Target="/ppt/presProps.xml" Id="R743fe585aa0b40d5" /><Relationship Type="http://schemas.openxmlformats.org/officeDocument/2006/relationships/tableStyles" Target="/ppt/tableStyles.xml" Id="R6ae6bbc2c05448f8" /><Relationship Type="http://schemas.openxmlformats.org/officeDocument/2006/relationships/slide" Target="/ppt/slides/slide1.xml" Id="R9db54996c82640ca" /><Relationship Type="http://schemas.openxmlformats.org/officeDocument/2006/relationships/slide" Target="/ppt/slides/slide2.xml" Id="Re7f93fab91394be0" /><Relationship Type="http://schemas.openxmlformats.org/officeDocument/2006/relationships/slide" Target="/ppt/slides/slide3.xml" Id="Rb09744bcea4a4f85" /><Relationship Type="http://schemas.openxmlformats.org/officeDocument/2006/relationships/slide" Target="/ppt/slides/slide4.xml" Id="R591edb6c666b4f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8ef0d7786d43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e7d3c2e7014b63" /><Relationship Type="http://schemas.openxmlformats.org/officeDocument/2006/relationships/notesMaster" Target="/ppt/notesMasters/notesMaster1.xml" Id="Rf8bb5a98352d4f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9d9708f8c149d9" /><Relationship Type="http://schemas.openxmlformats.org/officeDocument/2006/relationships/notesMaster" Target="/ppt/notesMasters/notesMaster1.xml" Id="R812e317db22f46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6b108924c149d0" /><Relationship Type="http://schemas.openxmlformats.org/officeDocument/2006/relationships/notesMaster" Target="/ppt/notesMasters/notesMaster1.xml" Id="R7cf3a7cb367a42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8bfa43fffd40f1" /><Relationship Type="http://schemas.openxmlformats.org/officeDocument/2006/relationships/notesMaster" Target="/ppt/notesMasters/notesMaster1.xml" Id="Rb8d0a8072b7b46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34d5c923548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d0ba651f1f4a94" /><Relationship Type="http://schemas.openxmlformats.org/officeDocument/2006/relationships/slideLayout" Target="/ppt/slideLayouts/slideLayout1.xml" Id="Ra5dc3ba4375042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dc3ba4375042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c9c55c2394d00" /><Relationship Type="http://schemas.openxmlformats.org/officeDocument/2006/relationships/notesSlide" Target="/ppt/notesSlides/notesSlide1.xml" Id="Rd845ae7ddc8345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48d16f44f4901" /><Relationship Type="http://schemas.openxmlformats.org/officeDocument/2006/relationships/notesSlide" Target="/ppt/notesSlides/notesSlide2.xml" Id="R1cf0b039c03349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9210e152843fe" /><Relationship Type="http://schemas.openxmlformats.org/officeDocument/2006/relationships/notesSlide" Target="/ppt/notesSlides/notesSlide3.xml" Id="R03010e3ecb2a4b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92e5016e247ce" /><Relationship Type="http://schemas.openxmlformats.org/officeDocument/2006/relationships/chart" Target="/ppt/slides/charts/chart1.xml" Id="Rf0ebd6e2eaa44c61" /><Relationship Type="http://schemas.openxmlformats.org/officeDocument/2006/relationships/notesSlide" Target="/ppt/notesSlides/notesSlide4.xml" Id="R69a4385e555d4297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每周少重写小时数</c:v>
          </c:tx>
          <c:spPr>
            <a:solidFill xmlns:a="http://schemas.openxmlformats.org/drawingml/2006/main">
              <a:srgbClr val="C96A1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无蒸馏</c:v>
              </c:pt>
              <c:pt idx="1">
                <c:v>个人</c:v>
              </c:pt>
              <c:pt idx="2">
                <c:v>团队</c:v>
              </c:pt>
            </c:strLit>
          </c:cat>
          <c:val>
            <c:numLit>
              <c:formatCode>General</c:formatCode>
              <c:ptCount val="3"/>
              <c:pt idx="0">
                <c:v>0.5</c:v>
              </c:pt>
              <c:pt idx="1">
                <c:v>2.2</c:v>
              </c:pt>
              <c:pt idx="2">
                <c:v>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CDB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3A62EF-732E-4D8E-8E6B-02DAB087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A5626-6548-43FE-8455-1D41C6C5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524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5F642-8A96-4934-B835-A092CD67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E24A2-BACB-4829-B97D-916E74B0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3 min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02ECD-965C-4D62-BE58-417A15A3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1/4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348DA-727B-4D25-A089-BDD400A7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47A03-210B-4B02-9939-FAB8B55F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6A1B"/>
                </a:solidFill>
              </a:defRPr>
            </a:pPr>
            <a:r>
              <a:rPr sz="900" b="1">
                <a:solidFill>
                  <a:srgbClr val="C96A1B"/>
                </a:solidFill>
              </a:rPr>
              <a:t>3 分钟版 / 内部预演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A72E1-FA39-48FE-8C7A-28A3CF2D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717"/>
                </a:solidFill>
              </a:defRPr>
            </a:pPr>
            <a:r>
              <a:rPr sz="4350" b="1">
                <a:solidFill>
                  <a:srgbClr val="171717"/>
                </a:solidFill>
              </a:rPr>
              <a:t>手艺人蒸馏器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DD6F8-052F-44EC-9E38-A32E0B7A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7534E"/>
                </a:solidFill>
              </a:defRPr>
            </a:pPr>
            <a:r>
              <a:rPr sz="2100" b="0">
                <a:solidFill>
                  <a:srgbClr val="57534E"/>
                </a:solidFill>
              </a:rPr>
              <a:t>把社畜踩出来的活路，炼成下次不用重写的工具、熟路和团队资产。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7E77E-0198-4515-9C60-DCA8B95E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</a:defRPr>
            </a:pPr>
            <a:r>
              <a:rPr sz="1500" b="0">
                <a:solidFill>
                  <a:srgbClr val="171717"/>
                </a:solidFill>
              </a:rPr>
              <a:t>今天只讲：一个例子、它为什么值得做、终局长什么样。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C0697-0116-411C-BCD1-97C4184E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04950"/>
            <a:ext cx="3162300" cy="2990850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24211D"/>
          </a:solidFill>
          <a:ln xmlns:a="http://schemas.openxmlformats.org/drawingml/2006/main" w="0">
            <a:solidFill>
              <a:srgbClr val="2421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D6EEB-E575-4176-92E9-C0BA04F0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5E4"/>
                </a:solidFill>
              </a:defRPr>
            </a:pPr>
            <a:r>
              <a:rPr sz="1275" b="1">
                <a:solidFill>
                  <a:srgbClr val="E7E5E4"/>
                </a:solidFill>
              </a:rPr>
              <a:t>今天就 3 句话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4D110-A407-405C-885D-C4151669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E6E37-90AA-45CE-A193-C99F1B2D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杂活永远有人做，但总是很难留下来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E2706-FF4B-4A8D-82C9-D743AC5F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9E467-4205-4937-8059-ABD13EAC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蒸馏器保存的不是文档，而是“这套做法”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6B082-2B8A-4A86-A22A-86EBC1F0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2398A-D316-4C7E-97B2-A75F5C92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终局不是个人外挂，而是项目组熟路网</a:t>
            </a:r>
          </a:p>
        </p:txBody>
      </p:sp>
    </p:spTree>
    <p:extLst>
      <p:ext uri="{BB962C8B-B14F-4D97-AF65-F5344CB8AC3E}">
        <p14:creationId xmlns:p14="http://schemas.microsoft.com/office/powerpoint/2010/main" val="668631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957E8A-3BF8-4143-B7CF-B1BE6564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C3331-0A7A-4D88-8DE1-2EC85145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524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ED36F-4C2F-4D93-98C2-6A68E5DD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66D45-8B0D-4992-A97C-6DF54DB4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3 min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7303C-92AC-4B54-B00B-7EFB7953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2/4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2E7FE-E99C-4A38-882B-A2A4754D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先看一个大家都懂的杂活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DE451-1A07-4057-85B5-46D5ADC0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34E"/>
                </a:solidFill>
              </a:defRPr>
            </a:pPr>
            <a:r>
              <a:rPr sz="1350" b="0">
                <a:solidFill>
                  <a:srgbClr val="57534E"/>
                </a:solidFill>
              </a:rPr>
              <a:t>把一堆文档整理成能喂给 LLM 的 Markdown。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F4C0F-C283-44E5-A172-6BF014EB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124200" cy="31813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D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1EE81-9F98-463B-95FD-8FBD2658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B3887-514F-432D-BD4A-6FC97ACE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任务开场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D0556-D0F1-4A7E-BE7C-B4E521E8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新人接手资料包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2109E-6A51-40F2-8569-D731F9B4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A7A2A-1006-42BC-8535-9C5DDE3D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pdf、docx、xlsx 混在一起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E7CEF-3B5B-4141-8718-96878E3C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7C478-3CF0-4379-BCA2-2463481C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图片散在子目录里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DC555-BDDD-4CE3-9884-098F9F71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9F237-E011-4916-B065-D707F63A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今晚前要给 agent 一份可用 md 语料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D223C-5CB8-4D0B-827A-D5BC3A69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0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6A1B"/>
                </a:solidFill>
              </a:defRPr>
            </a:pPr>
            <a:r>
              <a:rPr sz="2550" b="1">
                <a:solidFill>
                  <a:srgbClr val="C96A1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AEF3D-07B4-4F9B-BB5A-D600A33D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90700"/>
            <a:ext cx="2971800" cy="31813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B7313-8DC2-45BC-BBD7-C3B5F8A0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19300"/>
            <a:ext cx="1085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3EA02-E731-4C48-9EE6-0E1C3A17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于是开始手搓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A5DDC-DA75-4EA0-BC54-7797C651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24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84B01-EC1B-47F5-9ABC-063BCD55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先扫目录，再补 pdf / docx 分支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08E5B-126D-419E-9CA3-C816ED8B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147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11F9CB-ED58-4986-81D1-EFFB6D7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147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路径、图片、表格一坏就加 repair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78DF9C-8F6C-4AA0-9741-AC108949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05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D6F53-79D3-4CAE-9A3E-2F0B661E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052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实在不行就 fallback 到通用库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9CBE71-D928-48F6-994B-8654B6D0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6A1B"/>
                </a:solidFill>
              </a:defRPr>
            </a:pPr>
            <a:r>
              <a:rPr sz="2550" b="1">
                <a:solidFill>
                  <a:srgbClr val="C96A1B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C1F372-EC00-43FC-925D-B6179F67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2743200" cy="31813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96B39F-EA5D-4AB1-9328-B6B362CE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19300"/>
            <a:ext cx="704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A6C632-D9E0-4CFF-936D-0DC703A1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6A1B"/>
                </a:solidFill>
              </a:defRPr>
            </a:pPr>
            <a:r>
              <a:rPr sz="900" b="1">
                <a:solidFill>
                  <a:srgbClr val="C96A1B"/>
                </a:solidFill>
              </a:rPr>
              <a:t>一周后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E786C-7B85-4946-AD07-4F34F12D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24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BF2F6-B6A5-484F-BE57-64C3FA69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24150"/>
            <a:ext cx="182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脚本还在，但只有自己看得懂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0B4A3B-2471-4ED0-A65A-E2623CDD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DC73A0-95B7-48E7-BBBD-4554D912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82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别人接手还是会从头再搓一版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7D51FB-512A-4E55-97A9-24773055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433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44B630-9595-4C2E-A49E-407452FB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182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agent 下次遇到类似任务，也继续假装第一次见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9316D8-B495-4D65-919C-435D4D41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6A1B"/>
                </a:solidFill>
              </a:defRPr>
            </a:pPr>
            <a:r>
              <a:rPr sz="1650" b="1">
                <a:solidFill>
                  <a:srgbClr val="C96A1B"/>
                </a:solidFill>
              </a:rPr>
              <a:t>所以蒸馏器瞄准的不是“把文档转成 md”，而是“把这套做法留下来”。</a:t>
            </a:r>
          </a:p>
        </p:txBody>
      </p:sp>
    </p:spTree>
    <p:extLst>
      <p:ext uri="{BB962C8B-B14F-4D97-AF65-F5344CB8AC3E}">
        <p14:creationId xmlns:p14="http://schemas.microsoft.com/office/powerpoint/2010/main" val="16697611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2C08B-B042-4836-9AF9-DA9B76DA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FFC79-1DB1-4D5E-84F3-EFD4E6AA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524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DF8CF-0FC6-4D0C-8981-AC3E9980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F61C6-7B4E-4CFC-B850-B0307FFE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3 min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34C01-4D5D-4BAD-87F5-6B979FB9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3/4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93BD0-2149-4F7D-91CA-F9B2B89C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拿 doc2md 来看，年轮其实是看得见的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4CB04-F69F-4A9D-B4A8-5C73EC3A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34E"/>
                </a:solidFill>
              </a:defRPr>
            </a:pPr>
            <a:r>
              <a:rPr sz="1350" b="0">
                <a:solidFill>
                  <a:srgbClr val="57534E"/>
                </a:solidFill>
              </a:rPr>
              <a:t>不是抽象“迭代”，而是代码里真实长出来的分支、repair、fallback 和 shared step。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C942D-E9D5-4F24-9893-615491C4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8001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211D"/>
          </a:solidFill>
          <a:ln xmlns:a="http://schemas.openxmlformats.org/drawingml/2006/main" w="0">
            <a:solidFill>
              <a:srgbClr val="2421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FD32C-C63D-4F5B-92B7-CD399B51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71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doc2md = 一个目的：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7ED7C-6484-49D7-AE56-94273046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任意文档 -&gt; Markdown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E42C8-AC1B-4CF7-82AD-8849B66F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621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5E4"/>
                </a:solidFill>
              </a:defRPr>
            </a:pPr>
            <a:r>
              <a:rPr sz="1200" b="0">
                <a:solidFill>
                  <a:srgbClr val="E7E5E4"/>
                </a:solidFill>
              </a:rPr>
              <a:t>所以 pdf / docx / xlsx / pptx 不该拆成五个小工具，而是同一目的下不断长出来的几圈年轮。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B0EDB-216D-49AA-9605-71A6D130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362200" cy="186690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D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5D1D0-015B-472C-A1EC-7646C91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723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511DF-ECEC-4C4A-A1A2-7B8A534C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534E"/>
                </a:solidFill>
              </a:defRPr>
            </a:pPr>
            <a:r>
              <a:rPr sz="900" b="1">
                <a:solidFill>
                  <a:srgbClr val="57534E"/>
                </a:solidFill>
              </a:rPr>
              <a:t>第 1 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F2734-43D9-404C-B7FD-3FF0E319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先长分支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BBB5D-6698-45CD-9AFD-F58A5CCA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34E"/>
                </a:solidFill>
              </a:defRPr>
            </a:pPr>
            <a:r>
              <a:rPr sz="1275" b="0">
                <a:solidFill>
                  <a:srgbClr val="57534E"/>
                </a:solidFill>
              </a:rPr>
              <a:t>suffix 分流</a:t>
            </a:r>
          </a:p>
          <a:p xmlns:a="http://schemas.openxmlformats.org/drawingml/2006/main">
            <a:pPr algn="l">
              <a:defRPr sz="1275" b="0">
                <a:solidFill>
                  <a:srgbClr val="57534E"/>
                </a:solidFill>
              </a:defRPr>
            </a:pPr>
            <a:r>
              <a:rPr sz="1275" b="0">
                <a:solidFill>
                  <a:srgbClr val="57534E"/>
                </a:solidFill>
              </a:rPr>
              <a:t>pdf / docx / xlsx / pptx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20A32-E2AE-4FF0-B611-867A9085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24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6A1B"/>
                </a:solidFill>
              </a:defRPr>
            </a:pPr>
            <a:r>
              <a:rPr sz="2100" b="1">
                <a:solidFill>
                  <a:srgbClr val="C96A1B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FC5423-4255-49A8-A86F-E798C74B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2362200" cy="186690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C7563-F75B-4B60-9172-78263AC2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723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63F26-CC14-47B5-895D-D6DF58F8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90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534E"/>
                </a:solidFill>
              </a:defRPr>
            </a:pPr>
            <a:r>
              <a:rPr sz="900" b="1">
                <a:solidFill>
                  <a:srgbClr val="57534E"/>
                </a:solidFill>
              </a:rPr>
              <a:t>第 2 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1725A-AE83-4205-9EB3-4D0E29F3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补坏样本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FEED1-D33F-4EE2-8F57-76604AA7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34E"/>
                </a:solidFill>
              </a:defRPr>
            </a:pPr>
            <a:r>
              <a:rPr sz="1275" b="0">
                <a:solidFill>
                  <a:srgbClr val="57534E"/>
                </a:solidFill>
              </a:rPr>
              <a:t>扫描 PDF -&gt; scanned</a:t>
            </a:r>
          </a:p>
          <a:p xmlns:a="http://schemas.openxmlformats.org/drawingml/2006/main">
            <a:pPr algn="l">
              <a:defRPr sz="1275" b="0">
                <a:solidFill>
                  <a:srgbClr val="57534E"/>
                </a:solidFill>
              </a:defRPr>
            </a:pPr>
            <a:r>
              <a:rPr sz="1275" b="0">
                <a:solidFill>
                  <a:srgbClr val="57534E"/>
                </a:solidFill>
              </a:rPr>
              <a:t>坏 docx -&gt; relationship repair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584E4-06DC-4493-B9B9-0BDC1975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24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6A1B"/>
                </a:solidFill>
              </a:defRPr>
            </a:pPr>
            <a:r>
              <a:rPr sz="2100" b="1">
                <a:solidFill>
                  <a:srgbClr val="C96A1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8CFE81-2691-4FAF-B618-6F3B6C21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362200" cy="186690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87105-D4F7-41ED-8421-305B2F6A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723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82E7B0-1EEE-4210-99EB-2A78745E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534E"/>
                </a:solidFill>
              </a:defRPr>
            </a:pPr>
            <a:r>
              <a:rPr sz="900" b="1">
                <a:solidFill>
                  <a:srgbClr val="57534E"/>
                </a:solidFill>
              </a:rPr>
              <a:t>第 3 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FB372A-F24F-44A4-8437-0B8B7CB4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挂通用兜底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B36C2E-B446-495D-9CA1-C9CB2DED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34E"/>
                </a:solidFill>
              </a:defRPr>
            </a:pPr>
            <a:r>
              <a:rPr sz="1275" b="0">
                <a:solidFill>
                  <a:srgbClr val="57534E"/>
                </a:solidFill>
              </a:rPr>
              <a:t>兜不住的格式</a:t>
            </a:r>
          </a:p>
          <a:p xmlns:a="http://schemas.openxmlformats.org/drawingml/2006/main">
            <a:pPr algn="l">
              <a:defRPr sz="1275" b="0">
                <a:solidFill>
                  <a:srgbClr val="57534E"/>
                </a:solidFill>
              </a:defRPr>
            </a:pPr>
            <a:r>
              <a:rPr sz="1275" b="0">
                <a:solidFill>
                  <a:srgbClr val="57534E"/>
                </a:solidFill>
              </a:rPr>
              <a:t>走 generic / markitdown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AF3106-6E22-4BB2-A8D7-4E0D31C3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6A1B"/>
                </a:solidFill>
              </a:defRPr>
            </a:pPr>
            <a:r>
              <a:rPr sz="2100" b="1">
                <a:solidFill>
                  <a:srgbClr val="C96A1B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7A982B-EB20-4C72-9FE4-B0742380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362200" cy="186690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DE4D7"/>
          </a:solidFill>
          <a:ln xmlns:a="http://schemas.openxmlformats.org/drawingml/2006/main" w="0">
            <a:solidFill>
              <a:srgbClr val="EDE4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04473A-C9BF-4E57-A3EA-201EF80E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723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644681-6BE1-41DE-A38D-D78C8971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90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534E"/>
                </a:solidFill>
              </a:defRPr>
            </a:pPr>
            <a:r>
              <a:rPr sz="900" b="1">
                <a:solidFill>
                  <a:srgbClr val="57534E"/>
                </a:solidFill>
              </a:rPr>
              <a:t>第 4 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0AC0D9-E023-45C3-98B6-97ADA1F3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33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提共享后处理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BFA59C-2BE0-4824-96E2-083724FD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909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34E"/>
                </a:solidFill>
              </a:defRPr>
            </a:pPr>
            <a:r>
              <a:rPr sz="1275" b="0">
                <a:solidFill>
                  <a:srgbClr val="57534E"/>
                </a:solidFill>
              </a:rPr>
              <a:t>最后收敛出</a:t>
            </a:r>
          </a:p>
          <a:p xmlns:a="http://schemas.openxmlformats.org/drawingml/2006/main">
            <a:pPr algn="l">
              <a:defRPr sz="1275" b="0">
                <a:solidFill>
                  <a:srgbClr val="57534E"/>
                </a:solidFill>
              </a:defRPr>
            </a:pPr>
            <a:r>
              <a:rPr sz="1275" b="0">
                <a:solidFill>
                  <a:srgbClr val="57534E"/>
                </a:solidFill>
              </a:rPr>
              <a:t>sanitize_text / table_to_list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158878-AEA8-4744-82C8-D0F6B77C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4211D"/>
          </a:solidFill>
          <a:ln xmlns:a="http://schemas.openxmlformats.org/drawingml/2006/main" w="0">
            <a:solidFill>
              <a:srgbClr val="2421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EE69CC-7694-4161-8A2E-A4DC21E4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这就是“年轮”在代码里的样子：新增分支、补伤疤、挂 fallback、再把通用处理提成 shared。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C90E32-E291-48DF-954E-4164CC6C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02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D3D1"/>
                </a:solidFill>
              </a:defRPr>
            </a:pPr>
            <a:r>
              <a:rPr sz="1125" b="0">
                <a:solidFill>
                  <a:srgbClr val="D6D3D1"/>
                </a:solidFill>
              </a:rPr>
              <a:t>然后在设计 md 里，再把这些变化记成 iteration_log。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A577CD-DE1A-4B12-B759-AFD76959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05400"/>
            <a:ext cx="4095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DB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399C07-630F-4A17-846E-F8B3E068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57800"/>
            <a:ext cx="3657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ver: 3  branch: docx   add _repair_docx_relationships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D899D1-43ED-42DD-B282-5BDDD0F1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245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ver: 4  scope: shared add table_to_list</a:t>
            </a:r>
          </a:p>
        </p:txBody>
      </p:sp>
    </p:spTree>
    <p:extLst>
      <p:ext uri="{BB962C8B-B14F-4D97-AF65-F5344CB8AC3E}">
        <p14:creationId xmlns:p14="http://schemas.microsoft.com/office/powerpoint/2010/main" val="1596288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8EB411-D234-44FD-9024-B62FD59C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ACE54-F138-4514-9F34-441DB755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524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85AD9-8991-48B4-8D9E-3EA96D4D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F2FEE-8473-40E1-AFC4-B8C6745A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3 min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DD458-7DA5-468D-93A6-A55A61E7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4/4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355CE-3557-4462-BBFD-9F227649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愿景、技术栈和预期效果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85521-2952-4456-82AA-80A1B63F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34E"/>
                </a:solidFill>
              </a:defRPr>
            </a:pPr>
            <a:r>
              <a:rPr sz="1350" b="0">
                <a:solidFill>
                  <a:srgbClr val="57534E"/>
                </a:solidFill>
              </a:rPr>
              <a:t>先帮一个人少重写，最后服务整个项目组；技术栈只要够小够诚实。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8C6A0-C5EB-4472-8861-09CAA945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D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4597B-1DC9-41AD-99F2-7496F9D2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愿景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EADB3-AA62-4A75-A88E-B69D8FDD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3467C-47ED-4368-A8B1-CAEE8D96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个人模式：先让自己少重写一类杂活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34AD6-A129-4D82-972F-EC538D49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34337-83EA-4095-9D07-D3ECB577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团队模式：promoted 开始变成团队资产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09ADA-F344-42AB-96E0-3B63CA4C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0D802-94DA-425B-9FED-2705370F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项目组模式：相同目的合并，不同环境保留分支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82DEE-57DC-44D5-86D8-D077609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90700"/>
            <a:ext cx="2476500" cy="3143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C5003-6247-466D-9DC3-569C414B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383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最小技术栈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66B6D-5F3B-4481-924E-19C5C02F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09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44E47-8A4F-4366-888E-5A154479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Capture Hook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7C0F75-60BF-494F-8D58-8CC23F20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E33567-9F56-4749-A885-DC13252C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861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Distiller Daemon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99D8E-7795-462F-A4CE-42DBC391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623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D10A73-3D5C-4720-8AB1-3CC2A3F7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MCP Sidecar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1358C5-203C-4258-8C18-71CB9F2E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386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484D1-11E8-41AD-8A4C-5C86D464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386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唯一像前台的可能是 review queue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955DB5-249E-4E39-85EB-5AC85452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2800350" cy="31432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2DDC9"/>
          </a:solidFill>
          <a:ln xmlns:a="http://schemas.openxmlformats.org/drawingml/2006/main" w="0">
            <a:solidFill>
              <a:srgbClr val="F2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21D153-8D97-4B19-AF7F-3A1216D0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预期效果</a:t>
            </a:r>
          </a:p>
        </p:txBody>
      </p:sp>
      <p:graphicFrame>
        <p:nvGraphicFramePr>
          <p:cNvPr id="57" name="Chart"/>
          <p:cNvGraphicFramePr/>
          <p:nvPr/>
        </p:nvGraphicFramePr>
        <p:xfrm>
          <a:off xmlns:a="http://schemas.openxmlformats.org/drawingml/2006/main" x="8610600" y="2571750"/>
          <a:ext xmlns:a="http://schemas.openxmlformats.org/drawingml/2006/main" cx="1809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ebd6e2eaa44c61"/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C5ED45-0689-43FF-BA72-260294B0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内部预演口径，不是假装已经跑完真实 benchmark。</a:t>
            </a:r>
          </a:p>
        </p:txBody>
      </p:sp>
    </p:spTree>
    <p:extLst>
      <p:ext uri="{BB962C8B-B14F-4D97-AF65-F5344CB8AC3E}">
        <p14:creationId xmlns:p14="http://schemas.microsoft.com/office/powerpoint/2010/main" val="1850856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2026-06-20T09:48:51.2760000Z</dcterms:created>
  <dcterms:modified xsi:type="dcterms:W3CDTF">2026-06-20T09:48:51.2760000Z</dcterms:modified>
</coreProperties>
</file>